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>
                <a:solidFill>
                  <a:srgbClr val="FFFFFF"/>
                </a:solidFill>
              </a:rPr>
              <a:t>Introduction to NLP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solidFill>
                  <a:srgbClr val="BDD7EE"/>
                </a:solidFill>
              </a:rPr>
              <a:t>NLP: Natural Language Processing</a:t>
            </a:r>
          </a:p>
          <a:p>
            <a:r>
              <a:rPr sz="1600">
                <a:solidFill>
                  <a:srgbClr val="BDD7EE"/>
                </a:solidFill>
              </a:rPr>
              <a:t>AI subfield for human-computer interaction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914400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3864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Limited standardization in NLP</a:t>
            </a:r>
          </a:p>
          <a:p>
            <a:pPr>
              <a:defRPr sz="1800"/>
            </a:pPr>
            <a:r>
              <a:t>Insufficient coverage of low-resource languages</a:t>
            </a:r>
          </a:p>
          <a:p>
            <a:pPr>
              <a:defRPr sz="1800"/>
            </a:pPr>
            <a:r>
              <a:t>Need for integration with other AI fields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3864"/>
                </a:solidFill>
              </a:rPr>
              <a:t>Introduction to NLP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NLP is a subfield of artificial intelligence</a:t>
            </a:r>
          </a:p>
          <a:p>
            <a:pPr>
              <a:defRPr sz="1800"/>
            </a:pPr>
            <a:r>
              <a:t>Deals with human-computer interaction in natural language</a:t>
            </a:r>
          </a:p>
          <a:p>
            <a:pPr>
              <a:defRPr sz="1800"/>
            </a:pPr>
            <a:r>
              <a:t>Becoming integral to everyday life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3864"/>
                </a:solidFill>
              </a:rPr>
              <a:t>Applications of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Language translation</a:t>
            </a:r>
          </a:p>
          <a:p>
            <a:pPr>
              <a:defRPr sz="1800"/>
            </a:pPr>
            <a:r>
              <a:t>Text summarization</a:t>
            </a:r>
          </a:p>
          <a:p>
            <a:pPr>
              <a:defRPr sz="1800"/>
            </a:pPr>
            <a:r>
              <a:t>Interactive workshops for education</a:t>
            </a:r>
          </a:p>
          <a:p>
            <a:pPr>
              <a:defRPr sz="1800"/>
            </a:pPr>
            <a:r>
              <a:t>Development of language-specific toolkits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3864"/>
                </a:solidFill>
              </a:rPr>
              <a:t>Advantages of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Improves human-computer interaction</a:t>
            </a:r>
          </a:p>
          <a:p>
            <a:pPr>
              <a:defRPr sz="1800"/>
            </a:pPr>
            <a:r>
              <a:t>Enhances language understanding and generation</a:t>
            </a:r>
          </a:p>
          <a:p>
            <a:pPr>
              <a:defRPr sz="1800"/>
            </a:pPr>
            <a:r>
              <a:t>Enables language-specific approaches</a:t>
            </a:r>
          </a:p>
          <a:p>
            <a:pPr>
              <a:defRPr sz="1800"/>
            </a:pPr>
            <a:r>
              <a:t>Increases accessibility of NLP education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3864"/>
                </a:solidFill>
              </a:rPr>
              <a:t>Disadvantages of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Limited standardization</a:t>
            </a:r>
          </a:p>
          <a:p>
            <a:pPr>
              <a:defRPr sz="1800"/>
            </a:pPr>
            <a:r>
              <a:t>Insufficient coverage of low-resource languages</a:t>
            </a:r>
          </a:p>
          <a:p>
            <a:pPr>
              <a:defRPr sz="1800"/>
            </a:pPr>
            <a:r>
              <a:t>Risks of bias in NLP models</a:t>
            </a:r>
          </a:p>
          <a:p>
            <a:pPr>
              <a:defRPr sz="1800"/>
            </a:pPr>
            <a:r>
              <a:t>Challenges in integrating with other AI fields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3864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NLP is a rapidly evolving field</a:t>
            </a:r>
          </a:p>
          <a:p>
            <a:pPr>
              <a:defRPr sz="1800"/>
            </a:pPr>
            <a:r>
              <a:t>Introduction to young students and language-specific toolkits are key trends</a:t>
            </a:r>
          </a:p>
          <a:p>
            <a:pPr>
              <a:defRPr sz="1800"/>
            </a:pPr>
            <a:r>
              <a:t>Standardization, coverage, and integration are essential for future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